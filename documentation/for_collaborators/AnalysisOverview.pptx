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2" r:id="rId6"/>
    <p:sldId id="265" r:id="rId7"/>
    <p:sldId id="266" r:id="rId8"/>
    <p:sldId id="268" r:id="rId9"/>
    <p:sldId id="269" r:id="rId10"/>
    <p:sldId id="271" r:id="rId11"/>
    <p:sldId id="274" r:id="rId12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F39D26A-AF22-BC49-9FF8-0CF0D162C31E}" styleName="">
    <a:wholeTbl>
      <a:tcStyle>
        <a:tcBdr/>
      </a:tcStyle>
    </a:wholeTbl>
    <a:band1H>
      <a:tcStyle>
        <a:tcBdr/>
      </a:tcStyle>
    </a:band1H>
    <a:band1V>
      <a:tcStyle>
        <a:tcBdr/>
      </a:tcStyle>
    </a:band1V>
    <a:lastCol>
      <a:tcStyle>
        <a:tcBdr/>
      </a:tcStyle>
    </a:lastCol>
    <a:firstCol>
      <a:tcStyle>
        <a:tcBdr/>
      </a:tcStyle>
    </a:firstCol>
    <a:lastRow>
      <a:tcStyle>
        <a:tcBdr/>
      </a:tcStyle>
    </a:lastRow>
    <a:firstRow>
      <a:tcStyle>
        <a:tcBdr/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48"/>
    <p:restoredTop sz="94643"/>
  </p:normalViewPr>
  <p:slideViewPr>
    <p:cSldViewPr snapToGrid="0">
      <p:cViewPr varScale="1">
        <p:scale>
          <a:sx n="74" d="100"/>
          <a:sy n="74" d="100"/>
        </p:scale>
        <p:origin x="192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0B9E202-5E86-AE7C-E10B-A0E34542868F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DA8A2D-35B4-773C-A367-4DEAAC1365ED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18107D-8354-30B3-0DDA-C19807B59327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0A328D-3624-FA12-8AC7-9C1E5E3ED840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6B2F51C2-548A-7C49-B151-8E2907FDCF35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imbus Sans" pitchFamily="2"/>
              <a:cs typeface="Free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30863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F2287-4E2A-858F-75C7-6FE82ADBB6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2862D3-0C4B-649B-6FCD-B68F2A9A81CE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03B27C6-FB02-0901-A5CD-C3BCEA424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B0BE0-E403-2A73-F2D0-2EFA3DC6B2FD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7F3747-708C-F46F-7C25-3408DB915CCC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1B3F1-D817-ABD6-08E4-31BFFA20CE4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fld id="{248CC39E-44F3-A04F-A804-BD7DA82B87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02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indent="-21600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7F266-61F7-3D55-58F5-EDF3CDD465F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78DD1D6-275C-7740-A623-EDAB14EE6CE3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D076AA-95D0-B6BA-8854-5DC5D00651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A6B72D-D925-ED8F-0742-1A191DBB98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46C39-F7EF-C8F6-A5F2-4737A9FF5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4B2BE70-CC58-924D-BB02-AD4AA9B63134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6807E-27CC-5290-EEEE-21C87A02E8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C66CC-FF2B-6A27-39EA-AE194A008A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66B37-0908-2EE3-EEBB-987402C98D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6DC6A57-27CA-2945-BA58-25741BFA1969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2ED5D-A6F3-B88C-C442-646AB848510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E5210D-1007-26F9-72F8-BB536ADCDCE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0BB736-270A-5617-ED56-90CFB5654E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E90A4ED-5FD0-B044-8E31-F6C0BAFF2FAB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84902-6734-20C1-0323-4213F13F12B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20450-8312-156D-E8CB-F3019597C58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522D3-D471-6654-5647-49B4C7B57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0A5194F-B1BB-9D4C-AE76-7B3B08E77197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122A9-AAF5-017F-2713-8D6736D165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2F8224-C160-9DAC-0CE9-C8590AB347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DFAEF-D49A-EDEF-37EA-BF8CA8BAEB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8702C2E-8935-084B-8A6A-C1C4FB937928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12D205-377A-A92C-1183-B406480DC95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F2BDE-8A06-022A-339A-A9CBAD27BFA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04245F-5FA6-9630-BDC6-0D986215DEF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9065317-6997-AF48-9E2D-F3DC91694882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0441A-2952-E6FC-83CA-F59CC50FCC4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295F0-94A4-3997-8178-59F2A7477A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06AE35-433D-42FD-0F8C-CF9C94209F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05BC73B-1373-A04C-9AEE-DE1873EAA8E9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D5113-22CF-E3F9-6470-8FDCC6858B9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615CED-37C3-4A68-B9BF-E21FC5F2E3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E3ACB-D483-72B5-FBDE-06C6B73919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37FEB87-33B9-194E-AD80-2EA93F043D18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BE4815-1680-9CB1-FD4C-157B2D1CD47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151F7-BD15-9170-E590-B75070D0D83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6CABF4-8EE6-FB4C-1190-D6538499F54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F2A8F5F-D570-7943-BC26-CE189838C058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5804A-2E38-13E8-0E3B-093387BC907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25C25-8073-C251-4130-4E8A6F9B200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7E73B-CB1C-74AA-C247-71A036C7D8B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B0E6C16-0556-494D-BECC-21D8D6E18886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0FD65-AAE5-39C0-1FBE-01E05B8B11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BAACB7-43A4-D6A0-6589-4626431F3F3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5DA32-7884-514A-56D6-63F5B83A5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8688"/>
            <a:ext cx="7559675" cy="19732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ECF7F-41EC-321D-C080-B1F288F48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9675" cy="137001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7846E-BCC3-7A17-D3F5-FB1AFCD10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FE4B4-80A4-E482-5C2A-85FF20504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E3509-0B7B-1390-E0BC-569098521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3052061-746F-B041-B5FB-998B4573CDA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889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C51C8-FD9A-AF46-BEE8-F6E4DFE4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EA962-68A2-E08A-F084-B2D7D981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7265-E7CB-597E-9910-B15E9DBC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8F240-5B6E-83E2-5FC6-8FD173D66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DB257-C8FA-CD5E-0FFA-0FA1EC445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25E4433-F7A2-4747-A382-F826740FCAF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345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478C0-3DB2-0C12-BC4A-42CFC3428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4463"/>
            <a:ext cx="8694737" cy="23574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D2A15-8C86-3021-7803-07177694E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4737" cy="124142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97EC4-A778-85B6-4CAF-E388BD180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76EA1-D48C-9721-72FD-079044E25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16FC-FBFC-F510-9C4E-171CF90D4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756ABB7-458C-2F42-A9F4-19B49C4E92A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15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2FD2A-237F-444C-B8DA-E862BFC04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8DC90-5FD6-8F92-7279-C218716AA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327150"/>
            <a:ext cx="4459287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72712-5921-62F5-DC3C-6393942C0D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327150"/>
            <a:ext cx="4460875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ADBBE1-55F7-BFFA-972F-508A7E9A1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AFE6B-BA1E-A91C-58DA-EC4B6804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28342-B7B8-E9E5-581E-CD91D61E6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01DADCF-C96C-2A47-8EEA-424DCF771FC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498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833ED-E9AE-DA93-62B5-B6FABBD27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4737" cy="10969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3C86E-238E-5DE3-CD52-892BCBED7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90650"/>
            <a:ext cx="4265612" cy="681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7C35CA-B4B6-4319-A8D7-A1CD519E4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1688"/>
            <a:ext cx="4265612" cy="3046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D9E8F0-C948-CCFC-E2E7-2DF5DC87A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390650"/>
            <a:ext cx="4284662" cy="6810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6FBB45-55BF-A07B-D505-6C9CEFBBD1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071688"/>
            <a:ext cx="4284662" cy="3046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4F9629-6354-B2C9-5D88-1FE3441B7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D1450D-121D-F56F-FF84-B1AE45BDD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4489B0-0C21-1DCF-B49E-8B421DDB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6C84201-0607-0640-A27D-F0AA3DFF710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027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468C6-DB39-3643-06AE-21F8FC847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BB241-1EAC-27FF-60F5-45B9ACCD7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8C545E-2236-9E93-72CA-29EAB2A6E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2C4855-2664-3A61-0560-B20364C54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AB987A6-025C-8E44-93B7-1418656097A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115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192A40-D0C1-8F2F-26CB-D73C84B64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C740F1-5BA3-8713-4A9B-1D49E87F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55406-8055-98EA-DC32-E17950D71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F2BF546-E73E-1645-A658-9C6F3827119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704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780F9-3342-1BD4-CA96-D3954AB57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3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0F217-21BF-077D-940D-4534D41F5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815975"/>
            <a:ext cx="5102225" cy="40306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2F413-95D1-434B-A909-4D750ACF8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1800"/>
            <a:ext cx="3251200" cy="3151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02644-BCA3-6F08-FE5D-2E2DB37C4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2D6-546C-3026-3385-954366D32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BCD9A7-0F03-BF95-527E-164B86B89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37E9141-A2BC-B34A-B8D0-43A0891B82B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94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F7493-B541-6337-2437-008D02FB5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3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99EEC9-BD8C-88DF-8CA6-89A682751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815975"/>
            <a:ext cx="5102225" cy="403066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271DCD-65D0-51B5-264F-1D8393A67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1800"/>
            <a:ext cx="3251200" cy="3151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56200D-4EF2-F1F6-7C9E-E39D630D6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F655D-61E5-AF09-1E4B-224BA18CF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39B937-ACC4-D1B3-A550-AF0ACDCE5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4A9A793-5035-454C-8211-8A052DD4D8A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97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86CCF-5E23-92B6-6917-3708EADE2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AC22F6-92EB-1237-F8D8-5E45ECBD9C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E1C24-3808-1EB9-29FC-1CC87FE32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561D5-DB85-DC4F-3625-4593DF08C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A1E3C-5CC8-11ED-515A-D5770532B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099E028-7EAB-A044-94EE-DC7EDDD1AF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041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186A2E-C94A-2C66-D990-8A4F13B58C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225425"/>
            <a:ext cx="2266950" cy="43894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EE58A5-12C2-4F4A-858F-3BDD36A64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225425"/>
            <a:ext cx="6653212" cy="43894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A74E8-4E1E-0369-A0FC-3BD51DC45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2F36D-25A3-BED8-0921-60EBCE952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B702F-A17E-A897-C4DA-526C63C3C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05F992F-F89C-3F40-81AE-3BB9F8421F6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01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549345-AE2B-7298-B8BC-E806C74D0D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>
            <a:noAutofit/>
          </a:bodyPr>
          <a:lstStyle/>
          <a:p>
            <a:pPr lvl="0"/>
            <a:r>
              <a:rPr lang="en-US"/>
              <a:t>Click to edit the title text 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C42FBF-F855-41F8-1990-136654BBA0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326600"/>
            <a:ext cx="9071640" cy="3288239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/>
          <a:p>
            <a:pPr lvl="0"/>
            <a:r>
              <a:rPr lang="en-US"/>
              <a:t>Click to edit the outline text format</a:t>
            </a:r>
          </a:p>
          <a:p>
            <a:pPr lvl="1"/>
            <a:r>
              <a:rPr lang="en-US"/>
              <a:t>Second Outline Level</a:t>
            </a:r>
          </a:p>
          <a:p>
            <a:pPr lvl="2"/>
            <a:r>
              <a:rPr lang="en-US"/>
              <a:t>Third Outline Level</a:t>
            </a:r>
          </a:p>
          <a:p>
            <a:pPr lvl="3"/>
            <a:r>
              <a:rPr lang="en-US"/>
              <a:t>Fourth Outline Level</a:t>
            </a:r>
          </a:p>
          <a:p>
            <a:pPr lvl="4"/>
            <a:r>
              <a:rPr lang="en-US"/>
              <a:t>Fifth Outline Level</a:t>
            </a:r>
          </a:p>
          <a:p>
            <a:pPr lvl="5"/>
            <a:r>
              <a:rPr lang="en-US"/>
              <a:t>Sixth Outline Level</a:t>
            </a:r>
          </a:p>
          <a:p>
            <a:pPr lvl="6"/>
            <a:r>
              <a:rPr lang="en-US"/>
              <a:t>Seventh Outline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3D15-C42A-23A4-A7B2-178D72D33E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9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91C15-4312-20F0-649D-731FE1AA194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7157A-173E-A8F8-04E7-31AE3C57CBD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Adwaita Sans" pitchFamily="2"/>
                <a:cs typeface="Nimbus Sans" pitchFamily="2"/>
              </a:defRPr>
            </a:lvl1pPr>
          </a:lstStyle>
          <a:p>
            <a:pPr lvl="0"/>
            <a:fld id="{D2B631ED-6F7A-2A4E-A323-E601B6968384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lvl="0" algn="ctr" rtl="0" hangingPunct="0">
        <a:buNone/>
        <a:tabLst/>
        <a:defRPr lang="en-US" sz="36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1pPr>
    </p:titleStyle>
    <p:bodyStyle>
      <a:lvl1pPr lvl="0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1pPr>
      <a:lvl2pPr lvl="1" rtl="0" hangingPunct="0">
        <a:spcBef>
          <a:spcPts val="1417"/>
        </a:spcBef>
        <a:spcAft>
          <a:spcPts val="0"/>
        </a:spcAft>
        <a:buSzPct val="75000"/>
        <a:buFont typeface="OpenSymbol"/>
        <a:buChar char="–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2pPr>
      <a:lvl3pPr lvl="2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3pPr>
      <a:lvl4pPr lvl="3" rtl="0" hangingPunct="0">
        <a:spcBef>
          <a:spcPts val="1417"/>
        </a:spcBef>
        <a:spcAft>
          <a:spcPts val="0"/>
        </a:spcAft>
        <a:buSzPct val="75000"/>
        <a:buFont typeface="OpenSymbol"/>
        <a:buChar char="–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4pPr>
      <a:lvl5pPr lvl="4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5pPr>
      <a:lvl6pPr lvl="5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6pPr>
      <a:lvl7pPr lvl="6" rtl="0" hangingPunct="0">
        <a:spcBef>
          <a:spcPts val="1417"/>
        </a:spcBef>
        <a:spcAft>
          <a:spcPts val="0"/>
        </a:spcAft>
        <a:buSzPct val="45000"/>
        <a:buFont typeface="OpenSymbol"/>
        <a:buChar char="●"/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URW Bookman" pitchFamily="2"/>
          <a:ea typeface="Nimbus Sans" pitchFamily="2"/>
          <a:cs typeface="FreeSans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4B9C7-126B-0FD9-09F9-0C7B035D415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4359" y="2041560"/>
            <a:ext cx="9071640" cy="946440"/>
          </a:xfrm>
        </p:spPr>
        <p:txBody>
          <a:bodyPr/>
          <a:lstStyle/>
          <a:p>
            <a:pPr lvl="0"/>
            <a:r>
              <a:rPr lang="en-US" dirty="0">
                <a:solidFill>
                  <a:schemeClr val="bg1"/>
                </a:solidFill>
                <a:latin typeface="Liberation Mono" pitchFamily="49"/>
              </a:rPr>
              <a:t>Combinatorial &amp; Change-Impact Analysis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4CAEC4-5CF7-7CA3-BB60-D50942C1EC5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2833920"/>
            <a:ext cx="9071640" cy="271800"/>
          </a:xfrm>
        </p:spPr>
        <p:txBody>
          <a:bodyPr anchor="ctr"/>
          <a:lstStyle/>
          <a:p>
            <a:pPr lvl="0" algn="ctr">
              <a:buNone/>
            </a:pPr>
            <a:r>
              <a:rPr lang="en-US" sz="1600" dirty="0">
                <a:solidFill>
                  <a:schemeClr val="bg1"/>
                </a:solidFill>
                <a:latin typeface="URW Bookman" pitchFamily="18"/>
              </a:rPr>
              <a:t>Slides by Sam Allen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9BCE0-57D7-B440-3433-0B98B154F9A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Combinatorial Analysis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EA507-D828-F915-2FD8-9BBE5948C90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Premises of Combinatorial Testing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ACTS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Conclusion of NIST 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CA55-51A0-611A-7B91-13ABAA9983C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Our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F3B3-D388-0133-98BD-A5D2EC76DF2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9071640" cy="3613679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 we implemented ACTS on our model constants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 we check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0A42-8874-BE43-3396-EC82FA0BDF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Test Oracle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FF665C-42E1-DF86-A85F-54C67BE6838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 we check the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3FCDA-4EC5-B19D-5009-23CEC9F7419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89F92-B484-4E15-0CDC-FFD075A2A74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Statistics about degree of interaction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  <a:latin typeface="AppleSystemUIFont" pitchFamily="2"/>
              </a:rPr>
              <a:t>How many combinatorial test cases generated, executed, passed, skipped, failed, crashed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B14EF-3B5C-5292-14CB-3720F1B94FC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67797-CD5B-309B-985B-DF609124651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8" y="1326600"/>
            <a:ext cx="9071639" cy="3288239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What results we found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What the root causes of the results were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Bugs in our testing code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Bugs in SPEL/</a:t>
            </a:r>
            <a:r>
              <a:rPr lang="en-US" dirty="0" err="1">
                <a:solidFill>
                  <a:schemeClr val="bg1"/>
                </a:solidFill>
              </a:rPr>
              <a:t>LakeTemperature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0991F-E501-52E1-8A9D-C12A1C6D7A3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Change-Impact Analysis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1FD90-B5FD-9164-8583-51A1777539F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Introduce the change-impact analysis problem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 did specific changes to constants affect model output?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01BF-1533-F276-6A2B-362353BBED4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22301"/>
            <a:ext cx="1008000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Preliminary 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EED88-9F40-EBDF-7DF3-2409A094E3C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Which constants affect which outputs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 we did this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3FEA8-EFA0-0ABF-B290-871B771B9A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056-3C9A-0F26-01B7-EC49552EA02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7959" y="1172520"/>
            <a:ext cx="9071640" cy="3828239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Often, many model outputs change per model constant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Output is multidimensional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How did we pick the 3 dimensions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DE034-012A-BDCC-27D6-45696F0169C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Example Graph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FB6333-45B1-C200-1206-F5409AA482B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071720"/>
            <a:ext cx="9001800" cy="3719520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Pick 1 constant, one output, one column, graph to time, justify decisions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Show graph</a:t>
            </a:r>
          </a:p>
          <a:p>
            <a:pPr marL="342900" indent="-342900"/>
            <a:r>
              <a:rPr lang="en-US" dirty="0">
                <a:solidFill>
                  <a:schemeClr val="bg1"/>
                </a:solidFill>
              </a:rPr>
              <a:t>Explain what information it conveys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2740C-7F1B-EC7D-7088-FA26AFC8054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2301"/>
            <a:ext cx="9071640" cy="553998"/>
          </a:xfrm>
        </p:spPr>
        <p:txBody>
          <a:bodyPr>
            <a:sp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Graphing Process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C89AD-099F-A9EF-C1EE-CABA203BB97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26600"/>
            <a:ext cx="9001800" cy="3664440"/>
          </a:xfrm>
        </p:spPr>
        <p:txBody>
          <a:bodyPr/>
          <a:lstStyle/>
          <a:p>
            <a:pPr marL="342900" indent="-342900"/>
            <a:r>
              <a:rPr lang="en-US" dirty="0">
                <a:solidFill>
                  <a:schemeClr val="bg1"/>
                </a:solidFill>
              </a:rPr>
              <a:t>Explain how the graph was created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</TotalTime>
  <Words>182</Words>
  <Application>Microsoft Macintosh PowerPoint</Application>
  <PresentationFormat>Custom</PresentationFormat>
  <Paragraphs>46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AppleSystemUIFont</vt:lpstr>
      <vt:lpstr>Aptos</vt:lpstr>
      <vt:lpstr>Arial</vt:lpstr>
      <vt:lpstr>Liberation Mono</vt:lpstr>
      <vt:lpstr>Liberation Sans</vt:lpstr>
      <vt:lpstr>Liberation Serif</vt:lpstr>
      <vt:lpstr>OpenSymbol</vt:lpstr>
      <vt:lpstr>URW Bookman</vt:lpstr>
      <vt:lpstr>Default</vt:lpstr>
      <vt:lpstr>Combinatorial &amp; Change-Impact Analysis</vt:lpstr>
      <vt:lpstr>Combinatorial Analysis Background</vt:lpstr>
      <vt:lpstr>Our Implementation</vt:lpstr>
      <vt:lpstr>Test Oracle Problem</vt:lpstr>
      <vt:lpstr>Data</vt:lpstr>
      <vt:lpstr>Results</vt:lpstr>
      <vt:lpstr>Change-Impact Analysis Background</vt:lpstr>
      <vt:lpstr>Preliminary Results</vt:lpstr>
      <vt:lpstr>Challenges</vt:lpstr>
      <vt:lpstr>Example Graph</vt:lpstr>
      <vt:lpstr>Graphing Process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Allen, Sam</cp:lastModifiedBy>
  <cp:revision>83</cp:revision>
  <cp:lastPrinted>2026-03-24T12:47:20Z</cp:lastPrinted>
  <dcterms:created xsi:type="dcterms:W3CDTF">2025-06-30T18:27:27Z</dcterms:created>
  <dcterms:modified xsi:type="dcterms:W3CDTF">2026-06-02T15:40:39Z</dcterms:modified>
</cp:coreProperties>
</file>